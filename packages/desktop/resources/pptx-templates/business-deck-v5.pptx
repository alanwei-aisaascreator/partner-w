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67423a976a864acb" /><Relationship Type="http://schemas.openxmlformats.org/officeDocument/2006/relationships/extended-properties" Target="/docProps/app.xml" Id="R0ec5904e2a19409b" /><Relationship Type="http://schemas.openxmlformats.org/officeDocument/2006/relationships/officeDocument" Target="/ppt/presentation.xml" Id="Rb3b256a8a26d4a45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xmlns:r="http://schemas.openxmlformats.org/officeDocument/2006/relationships" id="2147483648" r:id="R09becab634144502"/>
  </p:sldMasterIdLst>
  <p:sldIdLst>
    <p:sldId xmlns:r="http://schemas.openxmlformats.org/officeDocument/2006/relationships" id="256" r:id="R8fadbd90eff045e1"/>
    <p:sldId xmlns:r="http://schemas.openxmlformats.org/officeDocument/2006/relationships" id="257" r:id="Rd574da9c48614d50"/>
    <p:sldId xmlns:r="http://schemas.openxmlformats.org/officeDocument/2006/relationships" id="258" r:id="Rab0f7b9006594dcf"/>
    <p:sldId xmlns:r="http://schemas.openxmlformats.org/officeDocument/2006/relationships" id="259" r:id="R18d7575260a743db"/>
    <p:sldId xmlns:r="http://schemas.openxmlformats.org/officeDocument/2006/relationships" id="260" r:id="R5586c13529134ee8"/>
    <p:sldId xmlns:r="http://schemas.openxmlformats.org/officeDocument/2006/relationships" id="261" r:id="R51f1f9cc81a94ff5"/>
    <p:sldId xmlns:r="http://schemas.openxmlformats.org/officeDocument/2006/relationships" id="262" r:id="Rbd86b16fe47e45c7"/>
    <p:sldId xmlns:r="http://schemas.openxmlformats.org/officeDocument/2006/relationships" id="263" r:id="Rfce4d6eaf45a4e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3631ee2045f46f3" /><Relationship Type="http://schemas.openxmlformats.org/officeDocument/2006/relationships/slideMaster" Target="/ppt/slideMasters/slideMaster1.xml" Id="R09becab634144502" /><Relationship Type="http://schemas.openxmlformats.org/officeDocument/2006/relationships/presProps" Target="/ppt/presProps.xml" Id="R5996e9e6c8e14849" /><Relationship Type="http://schemas.openxmlformats.org/officeDocument/2006/relationships/tableStyles" Target="/ppt/tableStyles.xml" Id="R18dedf744a3c4f7b" /><Relationship Type="http://schemas.openxmlformats.org/officeDocument/2006/relationships/slide" Target="/ppt/slides/slide1.xml" Id="R8fadbd90eff045e1" /><Relationship Type="http://schemas.openxmlformats.org/officeDocument/2006/relationships/slide" Target="/ppt/slides/slide2.xml" Id="Rd574da9c48614d50" /><Relationship Type="http://schemas.openxmlformats.org/officeDocument/2006/relationships/slide" Target="/ppt/slides/slide3.xml" Id="Rab0f7b9006594dcf" /><Relationship Type="http://schemas.openxmlformats.org/officeDocument/2006/relationships/slide" Target="/ppt/slides/slide4.xml" Id="R18d7575260a743db" /><Relationship Type="http://schemas.openxmlformats.org/officeDocument/2006/relationships/slide" Target="/ppt/slides/slide5.xml" Id="R5586c13529134ee8" /><Relationship Type="http://schemas.openxmlformats.org/officeDocument/2006/relationships/slide" Target="/ppt/slides/slide6.xml" Id="R51f1f9cc81a94ff5" /><Relationship Type="http://schemas.openxmlformats.org/officeDocument/2006/relationships/slide" Target="/ppt/slides/slide7.xml" Id="Rbd86b16fe47e45c7" /><Relationship Type="http://schemas.openxmlformats.org/officeDocument/2006/relationships/slide" Target="/ppt/slides/slide8.xml" Id="Rfce4d6eaf45a4e1c" 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90dfd9eaf45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6623f09e8e94732" /><Relationship Type="http://schemas.openxmlformats.org/officeDocument/2006/relationships/slideLayout" Target="/ppt/slideLayouts/slideLayout1.xml" Id="Raa6e809891a1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e809891a1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51aea965b7049fb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baceb22d02a430f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f07a2bad5844b52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6aea44a4acf4df7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d4d65b59cc24dbd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de0ec95aec049d5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1178bbb4395474a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7b73f60413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_COLOR_FIELD">
            <a:extLst xmlns:a="http://schemas.openxmlformats.org/drawingml/2006/main">
              <a:ext uri="{FF2B5EF4-FFF2-40B4-BE49-F238E27FC236}">
                <a16:creationId xmlns:a16="http://schemas.microsoft.com/office/drawing/2014/main" id="{2C66D61A-9F4A-46FA-BD98-1EF71C9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" name="COVER_BRAND_MARK">
            <a:extLst xmlns:a="http://schemas.openxmlformats.org/drawingml/2006/main">
              <a:ext uri="{FF2B5EF4-FFF2-40B4-BE49-F238E27FC236}">
                <a16:creationId xmlns:a16="http://schemas.microsoft.com/office/drawing/2014/main" id="{724EC5FD-F792-4BE4-8222-6EB4C8B5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3" name="COVER_BRAND">
            <a:extLst xmlns:a="http://schemas.openxmlformats.org/drawingml/2006/main">
              <a:ext uri="{FF2B5EF4-FFF2-40B4-BE49-F238E27FC236}">
                <a16:creationId xmlns:a16="http://schemas.microsoft.com/office/drawing/2014/main" id="{A7CDA6C8-95EB-48B4-B140-B7A89AD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4" name="COVER_TITLE">
            <a:extLst xmlns:a="http://schemas.openxmlformats.org/drawingml/2006/main">
              <a:ext uri="{FF2B5EF4-FFF2-40B4-BE49-F238E27FC236}">
                <a16:creationId xmlns:a16="http://schemas.microsoft.com/office/drawing/2014/main" id="{FAF7290B-2DD3-41C6-A557-7FB90FA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096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{{cover_title}}</a:t>
            </a:r>
          </a:p>
        </p:txBody>
      </p:sp>
      <p:sp>
        <p:nvSpPr>
          <p:cNvPr id="5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507CFDA3-927C-454D-AC8B-C22BA8B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74720"/>
            <a:ext cx="64922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{{cover_subtitle}}</a:t>
            </a:r>
          </a:p>
        </p:txBody>
      </p:sp>
      <p:sp>
        <p:nvSpPr>
          <p:cNvPr id="6" name="COVER_RULE">
            <a:extLst xmlns:a="http://schemas.openxmlformats.org/drawingml/2006/main">
              <a:ext uri="{FF2B5EF4-FFF2-40B4-BE49-F238E27FC236}">
                <a16:creationId xmlns:a16="http://schemas.microsoft.com/office/drawing/2014/main" id="{0621C176-5694-4C8D-A332-F2FD1F51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7" name="COVER_DATE">
            <a:extLst xmlns:a="http://schemas.openxmlformats.org/drawingml/2006/main">
              <a:ext uri="{FF2B5EF4-FFF2-40B4-BE49-F238E27FC236}">
                <a16:creationId xmlns:a16="http://schemas.microsoft.com/office/drawing/2014/main" id="{856D0CBC-09E3-4420-B799-CD990AB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983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{{date}}</a:t>
            </a:r>
          </a:p>
        </p:txBody>
      </p:sp>
      <p:sp>
        <p:nvSpPr>
          <p:cNvPr id="8" name="COVER_META_SEPARATOR">
            <a:extLst xmlns:a="http://schemas.openxmlformats.org/drawingml/2006/main">
              <a:ext uri="{FF2B5EF4-FFF2-40B4-BE49-F238E27FC236}">
                <a16:creationId xmlns:a16="http://schemas.microsoft.com/office/drawing/2014/main" id="{16C0E4EC-D39C-43C2-BC6C-467F61E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98348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9" name="COVER_AUTHOR">
            <a:extLst xmlns:a="http://schemas.openxmlformats.org/drawingml/2006/main">
              <a:ext uri="{FF2B5EF4-FFF2-40B4-BE49-F238E27FC236}">
                <a16:creationId xmlns:a16="http://schemas.microsoft.com/office/drawing/2014/main" id="{B86A0291-94D4-4A79-9E84-7B37365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8348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{{author}}</a:t>
            </a:r>
          </a:p>
        </p:txBody>
      </p:sp>
      <p:sp>
        <p:nvSpPr>
          <p:cNvPr id="10" name="COVER_INDEX">
            <a:extLst xmlns:a="http://schemas.openxmlformats.org/drawingml/2006/main">
              <a:ext uri="{FF2B5EF4-FFF2-40B4-BE49-F238E27FC236}">
                <a16:creationId xmlns:a16="http://schemas.microsoft.com/office/drawing/2014/main" id="{ABC05BC6-728F-4BCE-9FF6-5C09B22C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COVER_SIDE_LABEL">
            <a:extLst xmlns:a="http://schemas.openxmlformats.org/drawingml/2006/main">
              <a:ext uri="{FF2B5EF4-FFF2-40B4-BE49-F238E27FC236}">
                <a16:creationId xmlns:a16="http://schemas.microsoft.com/office/drawing/2014/main" id="{7974CD14-6BCE-43FD-81C6-182690C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33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rPr>
              <a:t>BUSINESS DECK</a:t>
            </a:r>
          </a:p>
        </p:txBody>
      </p:sp>
    </p:spTree>
    <p:extLst>
      <p:ext uri="{BB962C8B-B14F-4D97-AF65-F5344CB8AC3E}">
        <p14:creationId xmlns:p14="http://schemas.microsoft.com/office/powerpoint/2010/main" val="507338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B1867333-1E53-48D3-9B89-4DE8AEE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SECTION_KICKER">
            <a:extLst xmlns:a="http://schemas.openxmlformats.org/drawingml/2006/main">
              <a:ext uri="{FF2B5EF4-FFF2-40B4-BE49-F238E27FC236}">
                <a16:creationId xmlns:a16="http://schemas.microsoft.com/office/drawing/2014/main" id="{995099C8-26CE-42AA-82D0-B910354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3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1475647-9414-448D-B0AD-0A80FAB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714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{{section_title}}</a:t>
            </a:r>
          </a:p>
        </p:txBody>
      </p:sp>
      <p:sp>
        <p:nvSpPr>
          <p:cNvPr id="4" name="SECTION_SUMMARY">
            <a:extLst xmlns:a="http://schemas.openxmlformats.org/drawingml/2006/main">
              <a:ext uri="{FF2B5EF4-FFF2-40B4-BE49-F238E27FC236}">
                <a16:creationId xmlns:a16="http://schemas.microsoft.com/office/drawing/2014/main" id="{25EBE304-1A82-4866-8BA6-05899A7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90850"/>
            <a:ext cx="638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{{section_summary}}</a:t>
            </a:r>
          </a:p>
        </p:txBody>
      </p:sp>
      <p:sp>
        <p:nvSpPr>
          <p:cNvPr id="5" name="SECTION_RULE">
            <a:extLst xmlns:a="http://schemas.openxmlformats.org/drawingml/2006/main">
              <a:ext uri="{FF2B5EF4-FFF2-40B4-BE49-F238E27FC236}">
                <a16:creationId xmlns:a16="http://schemas.microsoft.com/office/drawing/2014/main" id="{C196D63C-35A7-4345-85AE-53A292C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571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6" name="SECTION_CONTEXT">
            <a:extLst xmlns:a="http://schemas.openxmlformats.org/drawingml/2006/main">
              <a:ext uri="{FF2B5EF4-FFF2-40B4-BE49-F238E27FC236}">
                <a16:creationId xmlns:a16="http://schemas.microsoft.com/office/drawing/2014/main" id="{68CFF7B6-C08F-4D70-97F9-B141768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{{section_context}}</a:t>
            </a:r>
          </a:p>
        </p:txBody>
      </p:sp>
      <p:sp>
        <p:nvSpPr>
          <p:cNvPr id="7" name="FOOTER_RULE_2">
            <a:extLst xmlns:a="http://schemas.openxmlformats.org/drawingml/2006/main">
              <a:ext uri="{FF2B5EF4-FFF2-40B4-BE49-F238E27FC236}">
                <a16:creationId xmlns:a16="http://schemas.microsoft.com/office/drawing/2014/main" id="{A1AEECAD-1956-4F57-8EF7-D63A573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8" name="FOOTER_BRAND_2">
            <a:extLst xmlns:a="http://schemas.openxmlformats.org/drawingml/2006/main">
              <a:ext uri="{FF2B5EF4-FFF2-40B4-BE49-F238E27FC236}">
                <a16:creationId xmlns:a16="http://schemas.microsoft.com/office/drawing/2014/main" id="{AB879034-06ED-479E-A5A1-90F13EE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9" name="FOOTER_PAGE_2">
            <a:extLst xmlns:a="http://schemas.openxmlformats.org/drawingml/2006/main">
              <a:ext uri="{FF2B5EF4-FFF2-40B4-BE49-F238E27FC236}">
                <a16:creationId xmlns:a16="http://schemas.microsoft.com/office/drawing/2014/main" id="{2CCBD47D-CA6C-43C8-8CC1-927F953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8781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F890C7-97C2-4F87-BA58-EAC67E4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11480"/>
            <a:ext cx="106070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2FDBA1EC-62B5-490F-9932-F542F83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38988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77AF314E-A2AD-4B6E-BFB8-721A474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29968"/>
            <a:ext cx="100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4" name="FOOTER_RULE_3">
            <a:extLst xmlns:a="http://schemas.openxmlformats.org/drawingml/2006/main">
              <a:ext uri="{FF2B5EF4-FFF2-40B4-BE49-F238E27FC236}">
                <a16:creationId xmlns:a16="http://schemas.microsoft.com/office/drawing/2014/main" id="{00728194-5C8D-4F15-B652-0C383C41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3">
            <a:extLst xmlns:a="http://schemas.openxmlformats.org/drawingml/2006/main">
              <a:ext uri="{FF2B5EF4-FFF2-40B4-BE49-F238E27FC236}">
                <a16:creationId xmlns:a16="http://schemas.microsoft.com/office/drawing/2014/main" id="{42168E0C-2BBD-4BAF-AD0B-979EA5A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28232"/>
            <a:ext cx="274320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3">
            <a:extLst xmlns:a="http://schemas.openxmlformats.org/drawingml/2006/main">
              <a:ext uri="{FF2B5EF4-FFF2-40B4-BE49-F238E27FC236}">
                <a16:creationId xmlns:a16="http://schemas.microsoft.com/office/drawing/2014/main" id="{C903AD7C-EC42-4E67-A7AE-304D5E3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8232"/>
            <a:ext cx="5486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AKEAWAY_LABEL">
            <a:extLst xmlns:a="http://schemas.openxmlformats.org/drawingml/2006/main">
              <a:ext uri="{FF2B5EF4-FFF2-40B4-BE49-F238E27FC236}">
                <a16:creationId xmlns:a16="http://schemas.microsoft.com/office/drawing/2014/main" id="{A6849286-AACA-4AE2-888F-EC7A5B3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26771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FC40B94D-0D01-4E71-96A9-C1D408DC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670048"/>
            <a:ext cx="10607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{{takeaway}}</a:t>
            </a:r>
          </a:p>
        </p:txBody>
      </p:sp>
      <p:sp>
        <p:nvSpPr>
          <p:cNvPr id="9" name="INSIGHT_RULE">
            <a:extLst xmlns:a="http://schemas.openxmlformats.org/drawingml/2006/main">
              <a:ext uri="{FF2B5EF4-FFF2-40B4-BE49-F238E27FC236}">
                <a16:creationId xmlns:a16="http://schemas.microsoft.com/office/drawing/2014/main" id="{EEAEBD35-D983-4F39-BFE1-F0DEF1E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767328"/>
            <a:ext cx="106070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0" name="EVIDENCE_1_NUMBER">
            <a:extLst xmlns:a="http://schemas.openxmlformats.org/drawingml/2006/main">
              <a:ext uri="{FF2B5EF4-FFF2-40B4-BE49-F238E27FC236}">
                <a16:creationId xmlns:a16="http://schemas.microsoft.com/office/drawing/2014/main" id="{BD41FEF3-B02E-430F-BEED-60BFF40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VIDENCE_1">
            <a:extLst xmlns:a="http://schemas.openxmlformats.org/drawingml/2006/main">
              <a:ext uri="{FF2B5EF4-FFF2-40B4-BE49-F238E27FC236}">
                <a16:creationId xmlns:a16="http://schemas.microsoft.com/office/drawing/2014/main" id="{74DEB43A-B1D2-45B6-96B9-45B7C8E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{{evidence_1}}</a:t>
            </a:r>
          </a:p>
        </p:txBody>
      </p:sp>
      <p:sp>
        <p:nvSpPr>
          <p:cNvPr id="12" name="EVIDENCE_DIVIDER_1">
            <a:extLst xmlns:a="http://schemas.openxmlformats.org/drawingml/2006/main">
              <a:ext uri="{FF2B5EF4-FFF2-40B4-BE49-F238E27FC236}">
                <a16:creationId xmlns:a16="http://schemas.microsoft.com/office/drawing/2014/main" id="{EE059EFC-8E3F-4AC2-85D6-D5BFC2D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3" name="EVIDENCE_2_NUMBER">
            <a:extLst xmlns:a="http://schemas.openxmlformats.org/drawingml/2006/main">
              <a:ext uri="{FF2B5EF4-FFF2-40B4-BE49-F238E27FC236}">
                <a16:creationId xmlns:a16="http://schemas.microsoft.com/office/drawing/2014/main" id="{B5C55147-BEA4-4A85-B519-4DA2A3D2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VIDENCE_2">
            <a:extLst xmlns:a="http://schemas.openxmlformats.org/drawingml/2006/main">
              <a:ext uri="{FF2B5EF4-FFF2-40B4-BE49-F238E27FC236}">
                <a16:creationId xmlns:a16="http://schemas.microsoft.com/office/drawing/2014/main" id="{3DE23BAD-4928-422D-994D-0DB9E02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{{evidence_2}}</a:t>
            </a:r>
          </a:p>
        </p:txBody>
      </p:sp>
      <p:sp>
        <p:nvSpPr>
          <p:cNvPr id="15" name="EVIDENCE_DIVIDER_2">
            <a:extLst xmlns:a="http://schemas.openxmlformats.org/drawingml/2006/main">
              <a:ext uri="{FF2B5EF4-FFF2-40B4-BE49-F238E27FC236}">
                <a16:creationId xmlns:a16="http://schemas.microsoft.com/office/drawing/2014/main" id="{BBA825FE-4F66-4572-8F01-299C1E6B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EVIDENCE_3_NUMBER">
            <a:extLst xmlns:a="http://schemas.openxmlformats.org/drawingml/2006/main">
              <a:ext uri="{FF2B5EF4-FFF2-40B4-BE49-F238E27FC236}">
                <a16:creationId xmlns:a16="http://schemas.microsoft.com/office/drawing/2014/main" id="{862DB912-90E9-442C-8950-D4E2895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EVIDENCE_3">
            <a:extLst xmlns:a="http://schemas.openxmlformats.org/drawingml/2006/main">
              <a:ext uri="{FF2B5EF4-FFF2-40B4-BE49-F238E27FC236}">
                <a16:creationId xmlns:a16="http://schemas.microsoft.com/office/drawing/2014/main" id="{F5F93640-3BD9-419D-8F70-BC25FBB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{{evidence_3}}</a:t>
            </a:r>
          </a:p>
        </p:txBody>
      </p:sp>
    </p:spTree>
    <p:extLst>
      <p:ext uri="{BB962C8B-B14F-4D97-AF65-F5344CB8AC3E}">
        <p14:creationId xmlns:p14="http://schemas.microsoft.com/office/powerpoint/2010/main" val="976977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D6AFAF-1D14-413F-A56A-1928E5BD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06EE1C25-A0D6-4E81-A4B7-64F23D0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4C701034-4F4F-445F-BBBD-CF33615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4">
            <a:extLst xmlns:a="http://schemas.openxmlformats.org/drawingml/2006/main">
              <a:ext uri="{FF2B5EF4-FFF2-40B4-BE49-F238E27FC236}">
                <a16:creationId xmlns:a16="http://schemas.microsoft.com/office/drawing/2014/main" id="{5C87F261-1184-43D0-992B-9DE3C8A0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4">
            <a:extLst xmlns:a="http://schemas.openxmlformats.org/drawingml/2006/main">
              <a:ext uri="{FF2B5EF4-FFF2-40B4-BE49-F238E27FC236}">
                <a16:creationId xmlns:a16="http://schemas.microsoft.com/office/drawing/2014/main" id="{30FFAE37-937F-4F58-83D4-0BFA9CD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4">
            <a:extLst xmlns:a="http://schemas.openxmlformats.org/drawingml/2006/main">
              <a:ext uri="{FF2B5EF4-FFF2-40B4-BE49-F238E27FC236}">
                <a16:creationId xmlns:a16="http://schemas.microsoft.com/office/drawing/2014/main" id="{1FAC3D8F-FD70-4354-8B85-99C0F364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LEFT_TITLE">
            <a:extLst xmlns:a="http://schemas.openxmlformats.org/drawingml/2006/main">
              <a:ext uri="{FF2B5EF4-FFF2-40B4-BE49-F238E27FC236}">
                <a16:creationId xmlns:a16="http://schemas.microsoft.com/office/drawing/2014/main" id="{C6A864D3-F4B6-46DA-8D8B-0E1D0E7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30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0FD0"/>
                </a:solidFill>
                <a:latin typeface="Microsoft YaHei"/>
                <a:ea typeface="Microsoft YaHei"/>
                <a:cs typeface="Microsoft YaHei"/>
              </a:rPr>
              <a:t>{{left_title}}</a:t>
            </a:r>
          </a:p>
        </p:txBody>
      </p:sp>
      <p:sp>
        <p:nvSpPr>
          <p:cNvPr id="8" name="RIGHT_TITLE">
            <a:extLst xmlns:a="http://schemas.openxmlformats.org/drawingml/2006/main">
              <a:ext uri="{FF2B5EF4-FFF2-40B4-BE49-F238E27FC236}">
                <a16:creationId xmlns:a16="http://schemas.microsoft.com/office/drawing/2014/main" id="{430E8546-E24B-4933-91F1-AB31BEE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{{right_title}}</a:t>
            </a:r>
          </a:p>
        </p:txBody>
      </p:sp>
      <p:sp>
        <p:nvSpPr>
          <p:cNvPr id="9" name="COMPARE_CENTER_RULE">
            <a:extLst xmlns:a="http://schemas.openxmlformats.org/drawingml/2006/main">
              <a:ext uri="{FF2B5EF4-FFF2-40B4-BE49-F238E27FC236}">
                <a16:creationId xmlns:a16="http://schemas.microsoft.com/office/drawing/2014/main" id="{ACD18020-F9CA-404C-B19D-172063A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0" name="LEFT_ITEM_1">
            <a:extLst xmlns:a="http://schemas.openxmlformats.org/drawingml/2006/main">
              <a:ext uri="{FF2B5EF4-FFF2-40B4-BE49-F238E27FC236}">
                <a16:creationId xmlns:a16="http://schemas.microsoft.com/office/drawing/2014/main" id="{2DC6514B-FC03-4F53-B73F-47B7D74B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{{left_item_1}}</a:t>
            </a:r>
          </a:p>
        </p:txBody>
      </p:sp>
      <p:sp>
        <p:nvSpPr>
          <p:cNvPr id="11" name="RIGHT_ITEM_1">
            <a:extLst xmlns:a="http://schemas.openxmlformats.org/drawingml/2006/main">
              <a:ext uri="{FF2B5EF4-FFF2-40B4-BE49-F238E27FC236}">
                <a16:creationId xmlns:a16="http://schemas.microsoft.com/office/drawing/2014/main" id="{66250506-6BFA-466E-8788-E7AB413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{{right_item_1}}</a:t>
            </a:r>
          </a:p>
        </p:txBody>
      </p:sp>
      <p:sp>
        <p:nvSpPr>
          <p:cNvPr id="12" name="LEFT_MARK_1">
            <a:extLst xmlns:a="http://schemas.openxmlformats.org/drawingml/2006/main">
              <a:ext uri="{FF2B5EF4-FFF2-40B4-BE49-F238E27FC236}">
                <a16:creationId xmlns:a16="http://schemas.microsoft.com/office/drawing/2014/main" id="{3657FA5A-509A-4190-A391-54FB0C4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13" name="RIGHT_MARK_1">
            <a:extLst xmlns:a="http://schemas.openxmlformats.org/drawingml/2006/main">
              <a:ext uri="{FF2B5EF4-FFF2-40B4-BE49-F238E27FC236}">
                <a16:creationId xmlns:a16="http://schemas.microsoft.com/office/drawing/2014/main" id="{5962C211-1D52-4EB7-ACE7-D4408493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14" name="LEFT_ITEM_RULE_1">
            <a:extLst xmlns:a="http://schemas.openxmlformats.org/drawingml/2006/main">
              <a:ext uri="{FF2B5EF4-FFF2-40B4-BE49-F238E27FC236}">
                <a16:creationId xmlns:a16="http://schemas.microsoft.com/office/drawing/2014/main" id="{944B803D-2A3C-4662-A177-7F09E532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5" name="RIGHT_ITEM_RULE_1">
            <a:extLst xmlns:a="http://schemas.openxmlformats.org/drawingml/2006/main">
              <a:ext uri="{FF2B5EF4-FFF2-40B4-BE49-F238E27FC236}">
                <a16:creationId xmlns:a16="http://schemas.microsoft.com/office/drawing/2014/main" id="{07F6EE50-B11D-49BF-9689-9C17F83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LEFT_ITEM_2">
            <a:extLst xmlns:a="http://schemas.openxmlformats.org/drawingml/2006/main">
              <a:ext uri="{FF2B5EF4-FFF2-40B4-BE49-F238E27FC236}">
                <a16:creationId xmlns:a16="http://schemas.microsoft.com/office/drawing/2014/main" id="{81B08737-D76B-4D06-A365-F1A343C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{{left_item_2}}</a:t>
            </a:r>
          </a:p>
        </p:txBody>
      </p:sp>
      <p:sp>
        <p:nvSpPr>
          <p:cNvPr id="17" name="RIGHT_ITEM_2">
            <a:extLst xmlns:a="http://schemas.openxmlformats.org/drawingml/2006/main">
              <a:ext uri="{FF2B5EF4-FFF2-40B4-BE49-F238E27FC236}">
                <a16:creationId xmlns:a16="http://schemas.microsoft.com/office/drawing/2014/main" id="{E5231ED3-A47D-4721-A4F7-665532B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{{right_item_2}}</a:t>
            </a:r>
          </a:p>
        </p:txBody>
      </p:sp>
      <p:sp>
        <p:nvSpPr>
          <p:cNvPr id="18" name="LEFT_MARK_2">
            <a:extLst xmlns:a="http://schemas.openxmlformats.org/drawingml/2006/main">
              <a:ext uri="{FF2B5EF4-FFF2-40B4-BE49-F238E27FC236}">
                <a16:creationId xmlns:a16="http://schemas.microsoft.com/office/drawing/2014/main" id="{A29AA4EA-0494-4D93-BFB8-F8F63042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19" name="RIGHT_MARK_2">
            <a:extLst xmlns:a="http://schemas.openxmlformats.org/drawingml/2006/main">
              <a:ext uri="{FF2B5EF4-FFF2-40B4-BE49-F238E27FC236}">
                <a16:creationId xmlns:a16="http://schemas.microsoft.com/office/drawing/2014/main" id="{4544CB82-FB9E-464B-9401-540B39F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20" name="LEFT_ITEM_RULE_2">
            <a:extLst xmlns:a="http://schemas.openxmlformats.org/drawingml/2006/main">
              <a:ext uri="{FF2B5EF4-FFF2-40B4-BE49-F238E27FC236}">
                <a16:creationId xmlns:a16="http://schemas.microsoft.com/office/drawing/2014/main" id="{FE368974-6B08-4EE9-ABD4-B215885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1" name="RIGHT_ITEM_RULE_2">
            <a:extLst xmlns:a="http://schemas.openxmlformats.org/drawingml/2006/main">
              <a:ext uri="{FF2B5EF4-FFF2-40B4-BE49-F238E27FC236}">
                <a16:creationId xmlns:a16="http://schemas.microsoft.com/office/drawing/2014/main" id="{81C6C383-7DF3-4C88-B94D-D44175A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2" name="LEFT_ITEM_3">
            <a:extLst xmlns:a="http://schemas.openxmlformats.org/drawingml/2006/main">
              <a:ext uri="{FF2B5EF4-FFF2-40B4-BE49-F238E27FC236}">
                <a16:creationId xmlns:a16="http://schemas.microsoft.com/office/drawing/2014/main" id="{66D03C90-1950-444C-87AD-8431D70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{{left_item_3}}</a:t>
            </a:r>
          </a:p>
        </p:txBody>
      </p:sp>
      <p:sp>
        <p:nvSpPr>
          <p:cNvPr id="23" name="RIGHT_ITEM_3">
            <a:extLst xmlns:a="http://schemas.openxmlformats.org/drawingml/2006/main">
              <a:ext uri="{FF2B5EF4-FFF2-40B4-BE49-F238E27FC236}">
                <a16:creationId xmlns:a16="http://schemas.microsoft.com/office/drawing/2014/main" id="{1DA1B023-3467-436B-ABE4-752CBE2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{{right_item_3}}</a:t>
            </a:r>
          </a:p>
        </p:txBody>
      </p:sp>
      <p:sp>
        <p:nvSpPr>
          <p:cNvPr id="24" name="LEFT_MARK_3">
            <a:extLst xmlns:a="http://schemas.openxmlformats.org/drawingml/2006/main">
              <a:ext uri="{FF2B5EF4-FFF2-40B4-BE49-F238E27FC236}">
                <a16:creationId xmlns:a16="http://schemas.microsoft.com/office/drawing/2014/main" id="{23B3FC8D-1671-4B95-B24D-A31CF9D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0FD0"/>
          </a:solidFill>
          <a:ln xmlns:a="http://schemas.openxmlformats.org/drawingml/2006/main" w="0">
            <a:noFill/>
          </a:ln>
        </p:spPr>
      </p:sp>
      <p:sp>
        <p:nvSpPr>
          <p:cNvPr id="25" name="RIGHT_MARK_3">
            <a:extLst xmlns:a="http://schemas.openxmlformats.org/drawingml/2006/main">
              <a:ext uri="{FF2B5EF4-FFF2-40B4-BE49-F238E27FC236}">
                <a16:creationId xmlns:a16="http://schemas.microsoft.com/office/drawing/2014/main" id="{DF26A92B-7CC1-4365-B2F4-204DBA1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9585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030BBC2-556D-441D-83B5-AAF0D971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11480"/>
            <a:ext cx="106070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3130D559-0F01-4788-8FEC-3F99B82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389888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ECA5C1FB-FF3E-46DB-9DA6-9E4F020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29968"/>
            <a:ext cx="100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4" name="FOOTER_RULE_5">
            <a:extLst xmlns:a="http://schemas.openxmlformats.org/drawingml/2006/main">
              <a:ext uri="{FF2B5EF4-FFF2-40B4-BE49-F238E27FC236}">
                <a16:creationId xmlns:a16="http://schemas.microsoft.com/office/drawing/2014/main" id="{2E6D25D2-BB62-4529-9D3A-E2B47EDD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5">
            <a:extLst xmlns:a="http://schemas.openxmlformats.org/drawingml/2006/main">
              <a:ext uri="{FF2B5EF4-FFF2-40B4-BE49-F238E27FC236}">
                <a16:creationId xmlns:a16="http://schemas.microsoft.com/office/drawing/2014/main" id="{9ECBFA0A-74E3-4AA8-A3DC-F4C2FF0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428232"/>
            <a:ext cx="274320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5">
            <a:extLst xmlns:a="http://schemas.openxmlformats.org/drawingml/2006/main">
              <a:ext uri="{FF2B5EF4-FFF2-40B4-BE49-F238E27FC236}">
                <a16:creationId xmlns:a16="http://schemas.microsoft.com/office/drawing/2014/main" id="{CE3DE239-D863-4118-AB9E-52325B7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8232"/>
            <a:ext cx="5486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METRIC_1_VALUE">
            <a:extLst xmlns:a="http://schemas.openxmlformats.org/drawingml/2006/main">
              <a:ext uri="{FF2B5EF4-FFF2-40B4-BE49-F238E27FC236}">
                <a16:creationId xmlns:a16="http://schemas.microsoft.com/office/drawing/2014/main" id="{E793FAE3-685B-40CB-A46D-06B674C0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{{value_1}}</a:t>
            </a:r>
          </a:p>
        </p:txBody>
      </p:sp>
      <p:sp>
        <p:nvSpPr>
          <p:cNvPr id="8" name="METRIC_1_LABEL">
            <a:extLst xmlns:a="http://schemas.openxmlformats.org/drawingml/2006/main">
              <a:ext uri="{FF2B5EF4-FFF2-40B4-BE49-F238E27FC236}">
                <a16:creationId xmlns:a16="http://schemas.microsoft.com/office/drawing/2014/main" id="{859E305B-F9BC-42D1-B870-4219563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{{label_1}}</a:t>
            </a:r>
          </a:p>
        </p:txBody>
      </p:sp>
      <p:sp>
        <p:nvSpPr>
          <p:cNvPr id="9" name="METRIC_1_NOTE">
            <a:extLst xmlns:a="http://schemas.openxmlformats.org/drawingml/2006/main">
              <a:ext uri="{FF2B5EF4-FFF2-40B4-BE49-F238E27FC236}">
                <a16:creationId xmlns:a16="http://schemas.microsoft.com/office/drawing/2014/main" id="{B4E7F365-9205-4F97-9C21-14ACB0A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{{note_1}}</a:t>
            </a:r>
          </a:p>
        </p:txBody>
      </p:sp>
      <p:sp>
        <p:nvSpPr>
          <p:cNvPr id="10" name="METRIC_DIVIDER_1">
            <a:extLst xmlns:a="http://schemas.openxmlformats.org/drawingml/2006/main">
              <a:ext uri="{FF2B5EF4-FFF2-40B4-BE49-F238E27FC236}">
                <a16:creationId xmlns:a16="http://schemas.microsoft.com/office/drawing/2014/main" id="{43211C45-12BC-4FFF-B3D8-4F30F83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28875"/>
            <a:ext cx="95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1" name="METRIC_2_VALUE">
            <a:extLst xmlns:a="http://schemas.openxmlformats.org/drawingml/2006/main">
              <a:ext uri="{FF2B5EF4-FFF2-40B4-BE49-F238E27FC236}">
                <a16:creationId xmlns:a16="http://schemas.microsoft.com/office/drawing/2014/main" id="{2CFADD7D-FA07-44A6-B7F5-41D74497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{{value_2}}</a:t>
            </a:r>
          </a:p>
        </p:txBody>
      </p:sp>
      <p:sp>
        <p:nvSpPr>
          <p:cNvPr id="12" name="METRIC_2_LABEL">
            <a:extLst xmlns:a="http://schemas.openxmlformats.org/drawingml/2006/main">
              <a:ext uri="{FF2B5EF4-FFF2-40B4-BE49-F238E27FC236}">
                <a16:creationId xmlns:a16="http://schemas.microsoft.com/office/drawing/2014/main" id="{1C1E524C-C323-4B31-A617-8F35EFA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{{label_2}}</a:t>
            </a:r>
          </a:p>
        </p:txBody>
      </p:sp>
      <p:sp>
        <p:nvSpPr>
          <p:cNvPr id="13" name="METRIC_2_NOTE">
            <a:extLst xmlns:a="http://schemas.openxmlformats.org/drawingml/2006/main">
              <a:ext uri="{FF2B5EF4-FFF2-40B4-BE49-F238E27FC236}">
                <a16:creationId xmlns:a16="http://schemas.microsoft.com/office/drawing/2014/main" id="{5A6AF2FB-6EE9-4ABA-A6AE-78D3FB0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{{note_2}}</a:t>
            </a:r>
          </a:p>
        </p:txBody>
      </p:sp>
      <p:sp>
        <p:nvSpPr>
          <p:cNvPr id="14" name="METRIC_DIVIDER_2">
            <a:extLst xmlns:a="http://schemas.openxmlformats.org/drawingml/2006/main">
              <a:ext uri="{FF2B5EF4-FFF2-40B4-BE49-F238E27FC236}">
                <a16:creationId xmlns:a16="http://schemas.microsoft.com/office/drawing/2014/main" id="{33E49188-EE00-40CE-B93F-99A3745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28875"/>
            <a:ext cx="95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5" name="METRIC_3_VALUE">
            <a:extLst xmlns:a="http://schemas.openxmlformats.org/drawingml/2006/main">
              <a:ext uri="{FF2B5EF4-FFF2-40B4-BE49-F238E27FC236}">
                <a16:creationId xmlns:a16="http://schemas.microsoft.com/office/drawing/2014/main" id="{01A4E7AC-A3D9-4F07-A674-0123AB71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{{value_3}}</a:t>
            </a:r>
          </a:p>
        </p:txBody>
      </p:sp>
      <p:sp>
        <p:nvSpPr>
          <p:cNvPr id="16" name="METRIC_3_LABEL">
            <a:extLst xmlns:a="http://schemas.openxmlformats.org/drawingml/2006/main">
              <a:ext uri="{FF2B5EF4-FFF2-40B4-BE49-F238E27FC236}">
                <a16:creationId xmlns:a16="http://schemas.microsoft.com/office/drawing/2014/main" id="{2D1FE205-4BBF-41ED-B5BB-84CDB7E3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{{label_3}}</a:t>
            </a:r>
          </a:p>
        </p:txBody>
      </p:sp>
      <p:sp>
        <p:nvSpPr>
          <p:cNvPr id="17" name="METRIC_3_NOTE">
            <a:extLst xmlns:a="http://schemas.openxmlformats.org/drawingml/2006/main">
              <a:ext uri="{FF2B5EF4-FFF2-40B4-BE49-F238E27FC236}">
                <a16:creationId xmlns:a16="http://schemas.microsoft.com/office/drawing/2014/main" id="{341A8AF2-06B6-47D4-B16A-38D4585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{{note_3}}</a:t>
            </a:r>
          </a:p>
        </p:txBody>
      </p:sp>
      <p:sp>
        <p:nvSpPr>
          <p:cNvPr id="18" name="METRIC_SOURCE">
            <a:extLst xmlns:a="http://schemas.openxmlformats.org/drawingml/2006/main">
              <a:ext uri="{FF2B5EF4-FFF2-40B4-BE49-F238E27FC236}">
                <a16:creationId xmlns:a16="http://schemas.microsoft.com/office/drawing/2014/main" id="{4A8B9F30-B36B-479B-93A3-0839514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{{source_or_note}}</a:t>
            </a:r>
          </a:p>
        </p:txBody>
      </p:sp>
    </p:spTree>
    <p:extLst>
      <p:ext uri="{BB962C8B-B14F-4D97-AF65-F5344CB8AC3E}">
        <p14:creationId xmlns:p14="http://schemas.microsoft.com/office/powerpoint/2010/main" val="1512744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7EC4CD-CBED-4196-8E07-5D709574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3009AB79-57CE-4617-91F4-421A8EC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10091906-6A16-4128-B94C-8DB80F0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6">
            <a:extLst xmlns:a="http://schemas.openxmlformats.org/drawingml/2006/main">
              <a:ext uri="{FF2B5EF4-FFF2-40B4-BE49-F238E27FC236}">
                <a16:creationId xmlns:a16="http://schemas.microsoft.com/office/drawing/2014/main" id="{8B351209-8B27-46C8-8A97-449D6EF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6">
            <a:extLst xmlns:a="http://schemas.openxmlformats.org/drawingml/2006/main">
              <a:ext uri="{FF2B5EF4-FFF2-40B4-BE49-F238E27FC236}">
                <a16:creationId xmlns:a16="http://schemas.microsoft.com/office/drawing/2014/main" id="{C1FF5299-C9E1-4E26-BB2F-0A6B2EB9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6">
            <a:extLst xmlns:a="http://schemas.openxmlformats.org/drawingml/2006/main">
              <a:ext uri="{FF2B5EF4-FFF2-40B4-BE49-F238E27FC236}">
                <a16:creationId xmlns:a16="http://schemas.microsoft.com/office/drawing/2014/main" id="{89E13C10-610F-4E59-AA2C-088A1C92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TIMELINE_AXIS">
            <a:extLst xmlns:a="http://schemas.openxmlformats.org/drawingml/2006/main">
              <a:ext uri="{FF2B5EF4-FFF2-40B4-BE49-F238E27FC236}">
                <a16:creationId xmlns:a16="http://schemas.microsoft.com/office/drawing/2014/main" id="{F5A26176-2108-443E-BAD4-3E85AB04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8" name="STEP_1_NODE">
            <a:extLst xmlns:a="http://schemas.openxmlformats.org/drawingml/2006/main">
              <a:ext uri="{FF2B5EF4-FFF2-40B4-BE49-F238E27FC236}">
                <a16:creationId xmlns:a16="http://schemas.microsoft.com/office/drawing/2014/main" id="{794AE7BA-ED8F-4FB0-A00F-949FC1E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9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B3F4621B-98F4-477A-9529-5480A6C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_1_TITLE">
            <a:extLst xmlns:a="http://schemas.openxmlformats.org/drawingml/2006/main">
              <a:ext uri="{FF2B5EF4-FFF2-40B4-BE49-F238E27FC236}">
                <a16:creationId xmlns:a16="http://schemas.microsoft.com/office/drawing/2014/main" id="{0224EF6F-8760-4E5F-AF88-3C58B56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{{step_1_title}}</a:t>
            </a:r>
          </a:p>
        </p:txBody>
      </p:sp>
      <p:sp>
        <p:nvSpPr>
          <p:cNvPr id="11" name="STEP_1_DESC">
            <a:extLst xmlns:a="http://schemas.openxmlformats.org/drawingml/2006/main">
              <a:ext uri="{FF2B5EF4-FFF2-40B4-BE49-F238E27FC236}">
                <a16:creationId xmlns:a16="http://schemas.microsoft.com/office/drawing/2014/main" id="{ECB6AEF2-0ECA-4066-9898-6CEA6B11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{{step_1_desc}}</a:t>
            </a:r>
          </a:p>
        </p:txBody>
      </p:sp>
      <p:sp>
        <p:nvSpPr>
          <p:cNvPr id="12" name="STEP_2_NODE">
            <a:extLst xmlns:a="http://schemas.openxmlformats.org/drawingml/2006/main">
              <a:ext uri="{FF2B5EF4-FFF2-40B4-BE49-F238E27FC236}">
                <a16:creationId xmlns:a16="http://schemas.microsoft.com/office/drawing/2014/main" id="{6FF03888-96FD-418C-A6B5-0F8D124D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13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61CB3274-015E-4FBB-A583-6EBC7D0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TEP_2_TITLE">
            <a:extLst xmlns:a="http://schemas.openxmlformats.org/drawingml/2006/main">
              <a:ext uri="{FF2B5EF4-FFF2-40B4-BE49-F238E27FC236}">
                <a16:creationId xmlns:a16="http://schemas.microsoft.com/office/drawing/2014/main" id="{9E9D14BB-9969-4186-A66D-44B96CE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{{step_2_title}}</a:t>
            </a:r>
          </a:p>
        </p:txBody>
      </p:sp>
      <p:sp>
        <p:nvSpPr>
          <p:cNvPr id="15" name="STEP_2_DESC">
            <a:extLst xmlns:a="http://schemas.openxmlformats.org/drawingml/2006/main">
              <a:ext uri="{FF2B5EF4-FFF2-40B4-BE49-F238E27FC236}">
                <a16:creationId xmlns:a16="http://schemas.microsoft.com/office/drawing/2014/main" id="{2ADA69E8-4772-4CCE-B8ED-DB3853C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148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{{step_2_desc}}</a:t>
            </a:r>
          </a:p>
        </p:txBody>
      </p:sp>
      <p:sp>
        <p:nvSpPr>
          <p:cNvPr id="16" name="STEP_3_NODE">
            <a:extLst xmlns:a="http://schemas.openxmlformats.org/drawingml/2006/main">
              <a:ext uri="{FF2B5EF4-FFF2-40B4-BE49-F238E27FC236}">
                <a16:creationId xmlns:a16="http://schemas.microsoft.com/office/drawing/2014/main" id="{CD6DFF75-B2C5-434F-AB5A-16AE865D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17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CEACC3DB-2C8D-48EB-9007-D9F2E61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STEP_3_TITLE">
            <a:extLst xmlns:a="http://schemas.openxmlformats.org/drawingml/2006/main">
              <a:ext uri="{FF2B5EF4-FFF2-40B4-BE49-F238E27FC236}">
                <a16:creationId xmlns:a16="http://schemas.microsoft.com/office/drawing/2014/main" id="{C54CDC74-171D-4F9B-B537-DF2DF7E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{{step_3_title}}</a:t>
            </a:r>
          </a:p>
        </p:txBody>
      </p:sp>
      <p:sp>
        <p:nvSpPr>
          <p:cNvPr id="19" name="STEP_3_DESC">
            <a:extLst xmlns:a="http://schemas.openxmlformats.org/drawingml/2006/main">
              <a:ext uri="{FF2B5EF4-FFF2-40B4-BE49-F238E27FC236}">
                <a16:creationId xmlns:a16="http://schemas.microsoft.com/office/drawing/2014/main" id="{61E30224-99C9-4958-BD00-A837EA2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{{step_3_desc}}</a:t>
            </a:r>
          </a:p>
        </p:txBody>
      </p:sp>
      <p:sp>
        <p:nvSpPr>
          <p:cNvPr id="20" name="STEP_4_NODE">
            <a:extLst xmlns:a="http://schemas.openxmlformats.org/drawingml/2006/main">
              <a:ext uri="{FF2B5EF4-FFF2-40B4-BE49-F238E27FC236}">
                <a16:creationId xmlns:a16="http://schemas.microsoft.com/office/drawing/2014/main" id="{83B7F2D1-FF6B-470D-9D37-DBDAA3CD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1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CDF41208-0AB8-4925-A9DD-DB00DD9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TEP_4_TITLE">
            <a:extLst xmlns:a="http://schemas.openxmlformats.org/drawingml/2006/main">
              <a:ext uri="{FF2B5EF4-FFF2-40B4-BE49-F238E27FC236}">
                <a16:creationId xmlns:a16="http://schemas.microsoft.com/office/drawing/2014/main" id="{77E64730-5469-4EA8-A620-0512286A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14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{{step_4_title}}</a:t>
            </a:r>
          </a:p>
        </p:txBody>
      </p:sp>
      <p:sp>
        <p:nvSpPr>
          <p:cNvPr id="23" name="STEP_4_DESC">
            <a:extLst xmlns:a="http://schemas.openxmlformats.org/drawingml/2006/main">
              <a:ext uri="{FF2B5EF4-FFF2-40B4-BE49-F238E27FC236}">
                <a16:creationId xmlns:a16="http://schemas.microsoft.com/office/drawing/2014/main" id="{FAAC5E9B-633C-44AA-BC6F-2A5346A3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148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{{step_4_desc}}</a:t>
            </a:r>
          </a:p>
        </p:txBody>
      </p:sp>
      <p:sp>
        <p:nvSpPr>
          <p:cNvPr id="24" name="STEP_5_NODE">
            <a:extLst xmlns:a="http://schemas.openxmlformats.org/drawingml/2006/main">
              <a:ext uri="{FF2B5EF4-FFF2-40B4-BE49-F238E27FC236}">
                <a16:creationId xmlns:a16="http://schemas.microsoft.com/office/drawing/2014/main" id="{25E791EF-96C7-4637-B935-7F8225B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25" name="STEP_5_NUMBER">
            <a:extLst xmlns:a="http://schemas.openxmlformats.org/drawingml/2006/main">
              <a:ext uri="{FF2B5EF4-FFF2-40B4-BE49-F238E27FC236}">
                <a16:creationId xmlns:a16="http://schemas.microsoft.com/office/drawing/2014/main" id="{7B1E8940-06B1-4A3B-BB11-1AC75EA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171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STEP_5_TITLE">
            <a:extLst xmlns:a="http://schemas.openxmlformats.org/drawingml/2006/main">
              <a:ext uri="{FF2B5EF4-FFF2-40B4-BE49-F238E27FC236}">
                <a16:creationId xmlns:a16="http://schemas.microsoft.com/office/drawing/2014/main" id="{1FCCE265-24B8-48E1-AEB2-5C8D477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098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{{step_5_title}}</a:t>
            </a:r>
          </a:p>
        </p:txBody>
      </p:sp>
      <p:sp>
        <p:nvSpPr>
          <p:cNvPr id="27" name="STEP_5_DESC">
            <a:extLst xmlns:a="http://schemas.openxmlformats.org/drawingml/2006/main">
              <a:ext uri="{FF2B5EF4-FFF2-40B4-BE49-F238E27FC236}">
                <a16:creationId xmlns:a16="http://schemas.microsoft.com/office/drawing/2014/main" id="{DCABE411-266F-47B0-A799-D7A8AB5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{{step_5_desc}}</a:t>
            </a:r>
          </a:p>
        </p:txBody>
      </p:sp>
    </p:spTree>
    <p:extLst>
      <p:ext uri="{BB962C8B-B14F-4D97-AF65-F5344CB8AC3E}">
        <p14:creationId xmlns:p14="http://schemas.microsoft.com/office/powerpoint/2010/main" val="151818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304B8F-2E08-4280-8422-52DD9DB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{{slide_title}}</a:t>
            </a:r>
          </a:p>
        </p:txBody>
      </p:sp>
      <p:sp>
        <p:nvSpPr>
          <p:cNvPr id="2" name="SLIDE_SUBTITLE">
            <a:extLst xmlns:a="http://schemas.openxmlformats.org/drawingml/2006/main">
              <a:ext uri="{FF2B5EF4-FFF2-40B4-BE49-F238E27FC236}">
                <a16:creationId xmlns:a16="http://schemas.microsoft.com/office/drawing/2014/main" id="{0F4CC3EA-313A-43CC-B2F9-9CC149A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{{slide_subtitle}}</a:t>
            </a:r>
          </a:p>
        </p:txBody>
      </p:sp>
      <p:sp>
        <p:nvSpPr>
          <p:cNvPr id="3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3A07616D-6D0A-4029-8C64-0A083B4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1D78"/>
          </a:solidFill>
          <a:ln xmlns:a="http://schemas.openxmlformats.org/drawingml/2006/main" w="0">
            <a:noFill/>
          </a:ln>
        </p:spPr>
      </p:sp>
      <p:sp>
        <p:nvSpPr>
          <p:cNvPr id="4" name="FOOTER_RULE_7">
            <a:extLst xmlns:a="http://schemas.openxmlformats.org/drawingml/2006/main">
              <a:ext uri="{FF2B5EF4-FFF2-40B4-BE49-F238E27FC236}">
                <a16:creationId xmlns:a16="http://schemas.microsoft.com/office/drawing/2014/main" id="{FCFC9A2A-3558-4420-9B10-10F91737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5" name="FOOTER_BRAND_7">
            <a:extLst xmlns:a="http://schemas.openxmlformats.org/drawingml/2006/main">
              <a:ext uri="{FF2B5EF4-FFF2-40B4-BE49-F238E27FC236}">
                <a16:creationId xmlns:a16="http://schemas.microsoft.com/office/drawing/2014/main" id="{7353D43A-B4CC-446B-992F-B70DF5F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6" name="FOOTER_PAGE_7">
            <a:extLst xmlns:a="http://schemas.openxmlformats.org/drawingml/2006/main">
              <a:ext uri="{FF2B5EF4-FFF2-40B4-BE49-F238E27FC236}">
                <a16:creationId xmlns:a16="http://schemas.microsoft.com/office/drawing/2014/main" id="{DBD0B094-C5B7-44E2-BA4C-0F2194A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ACTION_HEADER">
            <a:extLst xmlns:a="http://schemas.openxmlformats.org/drawingml/2006/main">
              <a:ext uri="{FF2B5EF4-FFF2-40B4-BE49-F238E27FC236}">
                <a16:creationId xmlns:a16="http://schemas.microsoft.com/office/drawing/2014/main" id="{7CCF4696-76E1-497D-852B-F25AF07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行动项</a:t>
            </a:r>
          </a:p>
        </p:txBody>
      </p:sp>
      <p:sp>
        <p:nvSpPr>
          <p:cNvPr id="8" name="OWNER_HEADER">
            <a:extLst xmlns:a="http://schemas.openxmlformats.org/drawingml/2006/main">
              <a:ext uri="{FF2B5EF4-FFF2-40B4-BE49-F238E27FC236}">
                <a16:creationId xmlns:a16="http://schemas.microsoft.com/office/drawing/2014/main" id="{B319F5E8-5233-4240-BC96-E8010C4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9" name="DUE_HEADER">
            <a:extLst xmlns:a="http://schemas.openxmlformats.org/drawingml/2006/main">
              <a:ext uri="{FF2B5EF4-FFF2-40B4-BE49-F238E27FC236}">
                <a16:creationId xmlns:a16="http://schemas.microsoft.com/office/drawing/2014/main" id="{7BE7EC94-08F0-424A-9FF4-F69FF19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6E7A"/>
                </a:solidFill>
                <a:latin typeface="Microsoft YaHei"/>
                <a:ea typeface="Microsoft YaHei"/>
                <a:cs typeface="Microsoft YaHei"/>
              </a:rPr>
              <a:t>完成时间</a:t>
            </a:r>
          </a:p>
        </p:txBody>
      </p:sp>
      <p:sp>
        <p:nvSpPr>
          <p:cNvPr id="10" name="ACTION_HEAD_RULE">
            <a:extLst xmlns:a="http://schemas.openxmlformats.org/drawingml/2006/main">
              <a:ext uri="{FF2B5EF4-FFF2-40B4-BE49-F238E27FC236}">
                <a16:creationId xmlns:a16="http://schemas.microsoft.com/office/drawing/2014/main" id="{967533A4-A2BE-4B68-B688-766D7E1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C"/>
          </a:solidFill>
          <a:ln xmlns:a="http://schemas.openxmlformats.org/drawingml/2006/main" w="0">
            <a:noFill/>
          </a:ln>
        </p:spPr>
      </p:sp>
      <p:sp>
        <p:nvSpPr>
          <p:cNvPr id="11" name="ACTION_1_NUMBER">
            <a:extLst xmlns:a="http://schemas.openxmlformats.org/drawingml/2006/main">
              <a:ext uri="{FF2B5EF4-FFF2-40B4-BE49-F238E27FC236}">
                <a16:creationId xmlns:a16="http://schemas.microsoft.com/office/drawing/2014/main" id="{BC9A10F9-39EC-4A11-A2EC-3388D13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ACTION_1">
            <a:extLst xmlns:a="http://schemas.openxmlformats.org/drawingml/2006/main">
              <a:ext uri="{FF2B5EF4-FFF2-40B4-BE49-F238E27FC236}">
                <a16:creationId xmlns:a16="http://schemas.microsoft.com/office/drawing/2014/main" id="{77C83CCB-9051-4E20-8560-14B5163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{{action_1}}</a:t>
            </a:r>
          </a:p>
        </p:txBody>
      </p:sp>
      <p:sp>
        <p:nvSpPr>
          <p:cNvPr id="13" name="OWNER_1">
            <a:extLst xmlns:a="http://schemas.openxmlformats.org/drawingml/2006/main">
              <a:ext uri="{FF2B5EF4-FFF2-40B4-BE49-F238E27FC236}">
                <a16:creationId xmlns:a16="http://schemas.microsoft.com/office/drawing/2014/main" id="{EB311360-93A4-4E60-92EA-87E07EC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{{owner_1}}</a:t>
            </a:r>
          </a:p>
        </p:txBody>
      </p:sp>
      <p:sp>
        <p:nvSpPr>
          <p:cNvPr id="14" name="DUE_1">
            <a:extLst xmlns:a="http://schemas.openxmlformats.org/drawingml/2006/main">
              <a:ext uri="{FF2B5EF4-FFF2-40B4-BE49-F238E27FC236}">
                <a16:creationId xmlns:a16="http://schemas.microsoft.com/office/drawing/2014/main" id="{4FF1F391-D063-4EA0-BEB5-1F3E4D3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{{due_1}}</a:t>
            </a:r>
          </a:p>
        </p:txBody>
      </p:sp>
      <p:sp>
        <p:nvSpPr>
          <p:cNvPr id="15" name="ACTION_RULE_1">
            <a:extLst xmlns:a="http://schemas.openxmlformats.org/drawingml/2006/main">
              <a:ext uri="{FF2B5EF4-FFF2-40B4-BE49-F238E27FC236}">
                <a16:creationId xmlns:a16="http://schemas.microsoft.com/office/drawing/2014/main" id="{796D9BC4-5F7C-44C2-A6BD-9E7F839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16" name="ACTION_2_NUMBER">
            <a:extLst xmlns:a="http://schemas.openxmlformats.org/drawingml/2006/main">
              <a:ext uri="{FF2B5EF4-FFF2-40B4-BE49-F238E27FC236}">
                <a16:creationId xmlns:a16="http://schemas.microsoft.com/office/drawing/2014/main" id="{B74338EF-0A85-407B-B9AE-5BE7CC0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ACTION_2">
            <a:extLst xmlns:a="http://schemas.openxmlformats.org/drawingml/2006/main">
              <a:ext uri="{FF2B5EF4-FFF2-40B4-BE49-F238E27FC236}">
                <a16:creationId xmlns:a16="http://schemas.microsoft.com/office/drawing/2014/main" id="{52855703-7D92-4C2A-B96C-4A15C9C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{{action_2}}</a:t>
            </a:r>
          </a:p>
        </p:txBody>
      </p:sp>
      <p:sp>
        <p:nvSpPr>
          <p:cNvPr id="18" name="OWNER_2">
            <a:extLst xmlns:a="http://schemas.openxmlformats.org/drawingml/2006/main">
              <a:ext uri="{FF2B5EF4-FFF2-40B4-BE49-F238E27FC236}">
                <a16:creationId xmlns:a16="http://schemas.microsoft.com/office/drawing/2014/main" id="{8B8EF7F8-AEE6-4126-A5A2-969BD13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{{owner_2}}</a:t>
            </a:r>
          </a:p>
        </p:txBody>
      </p:sp>
      <p:sp>
        <p:nvSpPr>
          <p:cNvPr id="19" name="DUE_2">
            <a:extLst xmlns:a="http://schemas.openxmlformats.org/drawingml/2006/main">
              <a:ext uri="{FF2B5EF4-FFF2-40B4-BE49-F238E27FC236}">
                <a16:creationId xmlns:a16="http://schemas.microsoft.com/office/drawing/2014/main" id="{0B735AE4-4D71-4124-8398-FDAEF46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{{due_2}}</a:t>
            </a:r>
          </a:p>
        </p:txBody>
      </p:sp>
      <p:sp>
        <p:nvSpPr>
          <p:cNvPr id="20" name="ACTION_RULE_2">
            <a:extLst xmlns:a="http://schemas.openxmlformats.org/drawingml/2006/main">
              <a:ext uri="{FF2B5EF4-FFF2-40B4-BE49-F238E27FC236}">
                <a16:creationId xmlns:a16="http://schemas.microsoft.com/office/drawing/2014/main" id="{A29B1FF4-941E-4764-A218-0852A629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1" name="ACTION_3_NUMBER">
            <a:extLst xmlns:a="http://schemas.openxmlformats.org/drawingml/2006/main">
              <a:ext uri="{FF2B5EF4-FFF2-40B4-BE49-F238E27FC236}">
                <a16:creationId xmlns:a16="http://schemas.microsoft.com/office/drawing/2014/main" id="{0A46AB2F-D99B-4BB4-897E-BC127E1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ACTION_3">
            <a:extLst xmlns:a="http://schemas.openxmlformats.org/drawingml/2006/main">
              <a:ext uri="{FF2B5EF4-FFF2-40B4-BE49-F238E27FC236}">
                <a16:creationId xmlns:a16="http://schemas.microsoft.com/office/drawing/2014/main" id="{80C12B4A-D825-4AB5-BEAE-20D1CE7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{{action_3}}</a:t>
            </a:r>
          </a:p>
        </p:txBody>
      </p:sp>
      <p:sp>
        <p:nvSpPr>
          <p:cNvPr id="23" name="OWNER_3">
            <a:extLst xmlns:a="http://schemas.openxmlformats.org/drawingml/2006/main">
              <a:ext uri="{FF2B5EF4-FFF2-40B4-BE49-F238E27FC236}">
                <a16:creationId xmlns:a16="http://schemas.microsoft.com/office/drawing/2014/main" id="{828CA915-6389-4AE8-8D70-C9CA5F8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{{owner_3}}</a:t>
            </a:r>
          </a:p>
        </p:txBody>
      </p:sp>
      <p:sp>
        <p:nvSpPr>
          <p:cNvPr id="24" name="DUE_3">
            <a:extLst xmlns:a="http://schemas.openxmlformats.org/drawingml/2006/main">
              <a:ext uri="{FF2B5EF4-FFF2-40B4-BE49-F238E27FC236}">
                <a16:creationId xmlns:a16="http://schemas.microsoft.com/office/drawing/2014/main" id="{76BF9293-CA43-4BF9-8C06-D472AB7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{{due_3}}</a:t>
            </a:r>
          </a:p>
        </p:txBody>
      </p:sp>
      <p:sp>
        <p:nvSpPr>
          <p:cNvPr id="25" name="ACTION_RULE_3">
            <a:extLst xmlns:a="http://schemas.openxmlformats.org/drawingml/2006/main">
              <a:ext uri="{FF2B5EF4-FFF2-40B4-BE49-F238E27FC236}">
                <a16:creationId xmlns:a16="http://schemas.microsoft.com/office/drawing/2014/main" id="{B2AC1277-F427-47FB-9310-0BD4BD9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  <p:sp>
        <p:nvSpPr>
          <p:cNvPr id="26" name="ACTION_4_NUMBER">
            <a:extLst xmlns:a="http://schemas.openxmlformats.org/drawingml/2006/main">
              <a:ext uri="{FF2B5EF4-FFF2-40B4-BE49-F238E27FC236}">
                <a16:creationId xmlns:a16="http://schemas.microsoft.com/office/drawing/2014/main" id="{FC268B67-474E-4D27-A1DD-6F8CAEC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1D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ACTION_4">
            <a:extLst xmlns:a="http://schemas.openxmlformats.org/drawingml/2006/main">
              <a:ext uri="{FF2B5EF4-FFF2-40B4-BE49-F238E27FC236}">
                <a16:creationId xmlns:a16="http://schemas.microsoft.com/office/drawing/2014/main" id="{EF6B1E7A-9912-4439-94D0-86DD495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566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{{action_4}}</a:t>
            </a:r>
          </a:p>
        </p:txBody>
      </p:sp>
      <p:sp>
        <p:nvSpPr>
          <p:cNvPr id="28" name="OWNER_4">
            <a:extLst xmlns:a="http://schemas.openxmlformats.org/drawingml/2006/main">
              <a:ext uri="{FF2B5EF4-FFF2-40B4-BE49-F238E27FC236}">
                <a16:creationId xmlns:a16="http://schemas.microsoft.com/office/drawing/2014/main" id="{69E1373E-D186-43F9-ACEC-10AFB7F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{{owner_4}}</a:t>
            </a:r>
          </a:p>
        </p:txBody>
      </p:sp>
      <p:sp>
        <p:nvSpPr>
          <p:cNvPr id="29" name="DUE_4">
            <a:extLst xmlns:a="http://schemas.openxmlformats.org/drawingml/2006/main">
              <a:ext uri="{FF2B5EF4-FFF2-40B4-BE49-F238E27FC236}">
                <a16:creationId xmlns:a16="http://schemas.microsoft.com/office/drawing/2014/main" id="{FF92C04B-FF3F-4A83-86C3-C1883A65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C"/>
                </a:solidFill>
                <a:latin typeface="Microsoft YaHei"/>
                <a:ea typeface="Microsoft YaHei"/>
                <a:cs typeface="Microsoft YaHei"/>
              </a:rPr>
              <a:t>{{due_4}}</a:t>
            </a:r>
          </a:p>
        </p:txBody>
      </p:sp>
      <p:sp>
        <p:nvSpPr>
          <p:cNvPr id="30" name="ACTION_RULE_4">
            <a:extLst xmlns:a="http://schemas.openxmlformats.org/drawingml/2006/main">
              <a:ext uri="{FF2B5EF4-FFF2-40B4-BE49-F238E27FC236}">
                <a16:creationId xmlns:a16="http://schemas.microsoft.com/office/drawing/2014/main" id="{46EDF028-76E1-40CC-927D-7479A79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E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3288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_MARK">
            <a:extLst xmlns:a="http://schemas.openxmlformats.org/drawingml/2006/main">
              <a:ext uri="{FF2B5EF4-FFF2-40B4-BE49-F238E27FC236}">
                <a16:creationId xmlns:a16="http://schemas.microsoft.com/office/drawing/2014/main" id="{3D976FB3-2EA2-43EE-9581-3DA162A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2" name="CLOSING_BRAND">
            <a:extLst xmlns:a="http://schemas.openxmlformats.org/drawingml/2006/main">
              <a:ext uri="{FF2B5EF4-FFF2-40B4-BE49-F238E27FC236}">
                <a16:creationId xmlns:a16="http://schemas.microsoft.com/office/drawing/2014/main" id="{B4828A7A-D3A7-4509-B5F7-A18FA620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荣盈魔方</a:t>
            </a:r>
          </a:p>
        </p:txBody>
      </p:sp>
      <p:sp>
        <p:nvSpPr>
          <p:cNvPr id="3" name="CLOSING_TITLE">
            <a:extLst xmlns:a="http://schemas.openxmlformats.org/drawingml/2006/main">
              <a:ext uri="{FF2B5EF4-FFF2-40B4-BE49-F238E27FC236}">
                <a16:creationId xmlns:a16="http://schemas.microsoft.com/office/drawing/2014/main" id="{4DE6CE67-C519-4073-8441-C2BB24A6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66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{{closing_title}}</a:t>
            </a:r>
          </a:p>
        </p:txBody>
      </p:sp>
      <p:sp>
        <p:nvSpPr>
          <p:cNvPr id="4" name="CLOSING_MESSAGE">
            <a:extLst xmlns:a="http://schemas.openxmlformats.org/drawingml/2006/main">
              <a:ext uri="{FF2B5EF4-FFF2-40B4-BE49-F238E27FC236}">
                <a16:creationId xmlns:a16="http://schemas.microsoft.com/office/drawing/2014/main" id="{E73A6FC5-590D-46EE-980D-6CC2FAE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74720"/>
            <a:ext cx="9601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D4D8"/>
                </a:solidFill>
                <a:latin typeface="Microsoft YaHei"/>
                <a:ea typeface="Microsoft YaHei"/>
                <a:cs typeface="Microsoft YaHei"/>
              </a:rPr>
              <a:t>{{closing_message}}</a:t>
            </a:r>
          </a:p>
        </p:txBody>
      </p:sp>
      <p:sp>
        <p:nvSpPr>
          <p:cNvPr id="5" name="CLOSING_RULE">
            <a:extLst xmlns:a="http://schemas.openxmlformats.org/drawingml/2006/main">
              <a:ext uri="{FF2B5EF4-FFF2-40B4-BE49-F238E27FC236}">
                <a16:creationId xmlns:a16="http://schemas.microsoft.com/office/drawing/2014/main" id="{A43748D4-E7AC-409E-A8F6-289814E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800600"/>
            <a:ext cx="12344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B8"/>
          </a:solidFill>
          <a:ln xmlns:a="http://schemas.openxmlformats.org/drawingml/2006/main" w="0">
            <a:noFill/>
          </a:ln>
        </p:spPr>
      </p:sp>
      <p:sp>
        <p:nvSpPr>
          <p:cNvPr id="6" name="CLOSING_CONTACT">
            <a:extLst xmlns:a="http://schemas.openxmlformats.org/drawingml/2006/main">
              <a:ext uri="{FF2B5EF4-FFF2-40B4-BE49-F238E27FC236}">
                <a16:creationId xmlns:a16="http://schemas.microsoft.com/office/drawing/2014/main" id="{3F828B44-8B8F-4F96-A116-100477E7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09320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CEAF4"/>
                </a:solidFill>
                <a:latin typeface="Microsoft YaHei"/>
                <a:ea typeface="Microsoft YaHei"/>
                <a:cs typeface="Microsoft YaHei"/>
              </a:rPr>
              <a:t>{{contact_or_next_step}}</a:t>
            </a:r>
          </a:p>
        </p:txBody>
      </p:sp>
      <p:sp>
        <p:nvSpPr>
          <p:cNvPr id="7" name="CLOSING_INDEX">
            <a:extLst xmlns:a="http://schemas.openxmlformats.org/drawingml/2006/main">
              <a:ext uri="{FF2B5EF4-FFF2-40B4-BE49-F238E27FC236}">
                <a16:creationId xmlns:a16="http://schemas.microsoft.com/office/drawing/2014/main" id="{3509BCD5-A876-4F48-9DA3-51041F02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C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3127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2026-09-27T03:29:55.2250000Z</dcterms:created>
  <dcterms:modified xsi:type="dcterms:W3CDTF">2026-09-27T03:29:55.2260000Z</dcterms:modified>
</coreProperties>
</file>