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</Types>
</file>

<file path=_rels/.rels><?xml version="1.0" encoding="utf-8"?><Relationships xmlns="http://schemas.openxmlformats.org/package/2006/relationships"><Relationship Type="http://schemas.openxmlformats.org/package/2006/relationships/metadata/core-properties" Target="/docProps/core.xml" Id="R67423a976a864acb" /><Relationship Type="http://schemas.openxmlformats.org/officeDocument/2006/relationships/extended-properties" Target="/docProps/app.xml" Id="R0ec5904e2a19409b" /><Relationship Type="http://schemas.openxmlformats.org/officeDocument/2006/relationships/officeDocument" Target="/ppt/presentation.xml" Id="Rb3b256a8a26d4a45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xmlns:r="http://schemas.openxmlformats.org/officeDocument/2006/relationships" id="2147483648" r:id="R09becab634144502"/>
  </p:sldMaster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?><Relationships xmlns="http://schemas.openxmlformats.org/package/2006/relationships"><Relationship Type="http://schemas.openxmlformats.org/officeDocument/2006/relationships/theme" Target="/ppt/theme/theme1.xml" Id="Rb3631ee2045f46f3" /><Relationship Type="http://schemas.openxmlformats.org/officeDocument/2006/relationships/slideMaster" Target="/ppt/slideMasters/slideMaster1.xml" Id="R09becab634144502" /><Relationship Type="http://schemas.openxmlformats.org/officeDocument/2006/relationships/presProps" Target="/ppt/presProps.xml" Id="R5996e9e6c8e14849" /><Relationship Type="http://schemas.openxmlformats.org/officeDocument/2006/relationships/tableStyles" Target="/ppt/tableStyles.xml" Id="R18dedf744a3c4f7b" /></Relationships>
</file>

<file path=ppt/slideLayouts/_rels/slideLayout1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d90dfd9eaf4541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?><Relationships xmlns="http://schemas.openxmlformats.org/package/2006/relationships"><Relationship Type="http://schemas.openxmlformats.org/officeDocument/2006/relationships/theme" Target="/ppt/slideMasters/theme/theme2.xml" Id="R06623f09e8e94732" /><Relationship Type="http://schemas.openxmlformats.org/officeDocument/2006/relationships/slideLayout" Target="/ppt/slideLayouts/slideLayout1.xml" Id="Raa6e809891a14c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a6e809891a14c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2026-09-27T03:29:55.2250000Z</dcterms:created>
  <dcterms:modified xsi:type="dcterms:W3CDTF">2026-09-27T03:29:55.2260000Z</dcterms:modified>
</coreProperties>
</file>